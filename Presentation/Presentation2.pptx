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39" d="100"/>
          <a:sy n="39" d="100"/>
        </p:scale>
        <p:origin x="1008" y="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30A424-8912-167E-0970-73C50BA842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E48571A-FE81-BA67-7C14-9225D46CBE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0DF095-9DB1-5E3D-9F91-D1B0C12CDA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9840BD-8727-43F6-9885-5A535C94BC99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40BAD-CFD6-6F95-0E52-3260B67F7C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858E7E-0A94-4CDA-D7D1-D0057D08F8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E0EAF2-9380-435E-B228-CA4758C95E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32168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C4F339-6AAD-6E80-71AA-84A525A0BF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F811A8-318A-9B41-A067-819C736AC8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47C2B4-E974-9C7E-2BF0-61B4862537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9840BD-8727-43F6-9885-5A535C94BC99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CF8DB4-8996-E205-A4C4-1155E99166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C57525-59A1-021A-4D20-5EC8FDC4C0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E0EAF2-9380-435E-B228-CA4758C95E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45155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3E67B0-0C76-1BB8-CF36-A41116346F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023134-5EF6-4AE2-FFAD-C794FA937A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F41608-2ECB-324C-F10D-E3C1521444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9840BD-8727-43F6-9885-5A535C94BC99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5DBD0A-3F23-B8A6-34E0-BF8542EB5B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6648A6-2636-E0F7-B451-C60C95D93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E0EAF2-9380-435E-B228-CA4758C95E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49190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C30035-2565-F765-4786-2F4E8FB282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54B03F-B4B7-A48B-3452-B2781DFED86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10D7C8-8D75-B5BB-F51E-C133753F6C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FB53BA-3F7B-1926-0F69-E008CB3706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9840BD-8727-43F6-9885-5A535C94BC99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FBA609-D8B6-7CA4-FE91-B31F632AE8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C175CD-5C27-6A13-273E-F679F61745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E0EAF2-9380-435E-B228-CA4758C95E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02697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456CCE-106E-CA3E-2970-B98352744E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B0D52B-D9D7-8509-C359-264EE63D0F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392839-856A-B4D5-1162-6F8BE1012C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5E060BF-B3C4-C72A-B305-049059C3AD8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B519832-A322-D2F9-9EAD-3FE18747928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D7DB791-2759-C6F5-4644-8844CC85F9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9840BD-8727-43F6-9885-5A535C94BC99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37DC06E-C912-1B22-AFCF-BCC129A0D9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F27047A-B608-5E0A-F88F-9825843C66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E0EAF2-9380-435E-B228-CA4758C95E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44799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8CF5E5-8098-B0A3-4041-C4EF2031AB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1CE8D1-C78F-6FC0-65C4-A2503ADACB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9840BD-8727-43F6-9885-5A535C94BC99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BBF153A-E889-A165-4DE3-442A291671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B34BCB-F6BE-60C1-3045-EBAD737166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E0EAF2-9380-435E-B228-CA4758C95E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61098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203CBF9-58DE-28C4-4CC9-8C7F8481A2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9840BD-8727-43F6-9885-5A535C94BC99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D5E50C1-9FD4-5D73-65B7-D04CBBEB5C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454BD1-4DCD-871C-71F9-5CD31BB8E4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E0EAF2-9380-435E-B228-CA4758C95E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4004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5B2AFF-8C38-72A3-BE76-F9CF7550ED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73E1C3-30D7-A462-8B72-B00FBBDE5A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4986636-0A72-D49A-28C7-A6A2BB33C3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996AAC-0D06-3099-2E19-326D9B2E6B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9840BD-8727-43F6-9885-5A535C94BC99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D19449-81E7-ACE1-4262-E02DC98BD2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04858F-5FEB-8DD6-97AB-9095EBE26E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E0EAF2-9380-435E-B228-CA4758C95E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72597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9BECF1-9135-E449-E033-D556F15F1B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B8E0DA3-76C3-8F1B-803E-A6405F4CB1B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56894F-51BB-3E5A-20EC-0818B8C47F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EB4CAE-DC68-653E-3ACE-9C198B47A9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9840BD-8727-43F6-9885-5A535C94BC99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BD340B-DB2E-55E9-85AD-1E637796B0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A15722-7011-E7B0-4262-1E63865E2D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E0EAF2-9380-435E-B228-CA4758C95E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7352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966E28-9942-6522-DD0C-9559DBD29B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D83C737-B2D9-FFDB-08B6-DF80D660E3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CCADA9-AAF1-5CEE-60C2-A89534E891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9840BD-8727-43F6-9885-5A535C94BC99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B14F1F-4C0B-593A-E45D-97C8DCF068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F680CB-6808-6A5B-2F83-607FE4E087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E0EAF2-9380-435E-B228-CA4758C95E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41126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074BEA9-E14B-5859-00B7-FFD4ACCE347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F5BCF12-E9F1-AA20-7D79-E585518617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3EBAA0-4436-EAA0-1F3B-3FB3DEF100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9840BD-8727-43F6-9885-5A535C94BC99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81FBAA-725F-E8A4-783F-76AC027F16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E970D5-029C-56FA-99C6-592AD335D9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E0EAF2-9380-435E-B228-CA4758C95E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47485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BC3DACE-61B9-B6C1-5F92-CB4BF5986B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27C275-999B-E578-3698-AA4D1B0970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348445-31E9-22B7-BBB6-D7235050EAA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9840BD-8727-43F6-9885-5A535C94BC99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1665BD-4F0C-1F5A-D128-ED28E16AD9F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2BDEFD-2D5B-272F-3EE0-6B86DCE2BB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4E0EAF2-9380-435E-B228-CA4758C95E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35001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CEF4D1-EC9C-54E2-19C5-38AE08EF795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8ACADDF-1335-3301-9018-FD8EBCA13D7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2680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Manuel Garcia (Student)</dc:creator>
  <cp:lastModifiedBy>Manuel Garcia (Student)</cp:lastModifiedBy>
  <cp:revision>1</cp:revision>
  <dcterms:created xsi:type="dcterms:W3CDTF">2026-04-24T02:50:36Z</dcterms:created>
  <dcterms:modified xsi:type="dcterms:W3CDTF">2026-04-24T02:50:45Z</dcterms:modified>
</cp:coreProperties>
</file>